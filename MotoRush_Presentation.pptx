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457200" y="0"/>
            <a:ext cx="1097280" cy="5143500"/>
          </a:xfrm>
          <a:prstGeom prst="line">
            <a:avLst/>
          </a:prstGeom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0"/>
            <a:ext cx="1097280" cy="5143500"/>
          </a:xfrm>
          <a:prstGeom prst="line">
            <a:avLst/>
          </a:prstGeom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0"/>
            <a:ext cx="1097280" cy="5143500"/>
          </a:xfrm>
          <a:prstGeom prst="line">
            <a:avLst/>
          </a:prstGeom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0"/>
            <a:ext cx="1097280" cy="5143500"/>
          </a:xfrm>
          <a:prstGeom prst="line">
            <a:avLst/>
          </a:prstGeom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0"/>
            <a:ext cx="1097280" cy="5143500"/>
          </a:xfrm>
          <a:prstGeom prst="line">
            <a:avLst/>
          </a:prstGeom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1097280" cy="5143500"/>
          </a:xfrm>
          <a:prstGeom prst="line">
            <a:avLst/>
          </a:prstGeom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1097280" cy="5143500"/>
          </a:xfrm>
          <a:prstGeom prst="line">
            <a:avLst/>
          </a:prstGeom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0"/>
            <a:ext cx="1097280" cy="5143500"/>
          </a:xfrm>
          <a:prstGeom prst="line">
            <a:avLst/>
          </a:prstGeom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560320"/>
            <a:ext cx="822960" cy="822960"/>
          </a:xfrm>
          <a:prstGeom prst="ellipse">
            <a:avLst/>
          </a:prstGeom>
          <a:solidFill>
            <a:srgbClr val="222222"/>
          </a:solidFill>
          <a:ln w="25400">
            <a:solidFill>
              <a:srgbClr val="44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2560320"/>
            <a:ext cx="822960" cy="82296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0" y="2560320"/>
            <a:ext cx="822960" cy="822960"/>
          </a:xfrm>
          <a:prstGeom prst="ellipse">
            <a:avLst/>
          </a:prstGeom>
          <a:solidFill>
            <a:srgbClr val="222222"/>
          </a:solidFill>
          <a:ln w="25400">
            <a:solidFill>
              <a:srgbClr val="44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03120"/>
            <a:ext cx="1645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1554480"/>
            <a:ext cx="914400" cy="68580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0160" y="1097280"/>
            <a:ext cx="502920" cy="5943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5880" y="868680"/>
            <a:ext cx="411480" cy="38404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2286000"/>
            <a:ext cx="27432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834640"/>
            <a:ext cx="411480" cy="182880"/>
          </a:xfrm>
          <a:prstGeom prst="ellipse">
            <a:avLst/>
          </a:prstGeom>
          <a:solidFill>
            <a:srgbClr val="FF6D00">
              <a:alpha val="7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383280"/>
            <a:ext cx="2926080" cy="73152"/>
          </a:xfrm>
          <a:prstGeom prst="rect">
            <a:avLst/>
          </a:prstGeom>
          <a:solidFill>
            <a:srgbClr val="FF6D00">
              <a:alpha val="4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82296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MOTO</a:t>
            </a:r>
            <a:endParaRPr lang="en-US" sz="8000" dirty="0"/>
          </a:p>
        </p:txBody>
      </p:sp>
      <p:sp>
        <p:nvSpPr>
          <p:cNvPr id="33" name="Text 31"/>
          <p:cNvSpPr/>
          <p:nvPr/>
        </p:nvSpPr>
        <p:spPr>
          <a:xfrm>
            <a:off x="3474720" y="164592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spc="800" kern="0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RUSH</a:t>
            </a:r>
            <a:endParaRPr lang="en-US" sz="8000" dirty="0"/>
          </a:p>
        </p:txBody>
      </p:sp>
      <p:sp>
        <p:nvSpPr>
          <p:cNvPr id="34" name="Text 32"/>
          <p:cNvSpPr/>
          <p:nvPr/>
        </p:nvSpPr>
        <p:spPr>
          <a:xfrm>
            <a:off x="3474720" y="2743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IS EVERYTHING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74720" y="3200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Bike Racing Game  |  Java + Android Studio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Project  |  Computer Science Department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65760" y="1417320"/>
            <a:ext cx="4114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417320"/>
            <a:ext cx="45720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4300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Type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1920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Endless 2D Bike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Racing Game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4114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417320"/>
            <a:ext cx="45720" cy="14173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321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1920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5.0+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(API 21+)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65760" y="3017520"/>
            <a:ext cx="4114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17520"/>
            <a:ext cx="45720" cy="1417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14300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35204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Studio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4114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017520"/>
            <a:ext cx="45720" cy="14173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53212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35204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FPS Smooth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 Rush is a professional Android bike racing game where players dodge enemy bikes,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coins, and survive at ever-increasing speeds across a 3-lane night highway.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GAME UI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Screens &amp; Visual Design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65760" y="1234440"/>
            <a:ext cx="2560320" cy="3520440"/>
          </a:xfrm>
          <a:prstGeom prst="roundRect">
            <a:avLst>
              <a:gd name="adj" fmla="val 6429"/>
            </a:avLst>
          </a:prstGeom>
          <a:solidFill>
            <a:srgbClr val="1A1A2E"/>
          </a:solidFill>
          <a:ln w="25400">
            <a:solidFill>
              <a:srgbClr val="FF6D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1389888"/>
            <a:ext cx="2340864" cy="32004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1600200"/>
            <a:ext cx="9144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77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EVERYTHING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1920240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251960"/>
            <a:ext cx="1280160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00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 Screen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1234440"/>
            <a:ext cx="2560320" cy="3520440"/>
          </a:xfrm>
          <a:prstGeom prst="roundRect">
            <a:avLst>
              <a:gd name="adj" fmla="val 6429"/>
            </a:avLst>
          </a:prstGeom>
          <a:solidFill>
            <a:srgbClr val="1A1A2E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55848" y="1389888"/>
            <a:ext cx="2340864" cy="32004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1389888"/>
            <a:ext cx="1920240" cy="320040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67912" y="1828800"/>
            <a:ext cx="54864" cy="457200"/>
          </a:xfrm>
          <a:prstGeom prst="rect">
            <a:avLst/>
          </a:prstGeom>
          <a:solidFill>
            <a:srgbClr val="FFEB3B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23944" y="2103120"/>
            <a:ext cx="54864" cy="457200"/>
          </a:xfrm>
          <a:prstGeom prst="rect">
            <a:avLst/>
          </a:prstGeom>
          <a:solidFill>
            <a:srgbClr val="FFEB3B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79976" y="2377440"/>
            <a:ext cx="54864" cy="457200"/>
          </a:xfrm>
          <a:prstGeom prst="rect">
            <a:avLst/>
          </a:prstGeom>
          <a:solidFill>
            <a:srgbClr val="FFEB3B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36008" y="2651760"/>
            <a:ext cx="54864" cy="457200"/>
          </a:xfrm>
          <a:prstGeom prst="rect">
            <a:avLst/>
          </a:prstGeom>
          <a:solidFill>
            <a:srgbClr val="FFEB3B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3840480"/>
            <a:ext cx="41148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2560320"/>
            <a:ext cx="411480" cy="50292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3017520"/>
            <a:ext cx="201168" cy="20116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55848" y="1389888"/>
            <a:ext cx="2340864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 1450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383280" y="16459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1744"/>
                </a:solidFill>
              </a:rPr>
              <a:t>❤❤❤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246120" y="4800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Screen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1234440"/>
            <a:ext cx="2560320" cy="3520440"/>
          </a:xfrm>
          <a:prstGeom prst="roundRect">
            <a:avLst>
              <a:gd name="adj" fmla="val 6429"/>
            </a:avLst>
          </a:prstGeom>
          <a:solidFill>
            <a:srgbClr val="1A1A2E"/>
          </a:solidFill>
          <a:ln w="25400">
            <a:solidFill>
              <a:srgbClr val="FF17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36208" y="1389888"/>
            <a:ext cx="2340864" cy="32004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36208" y="1389888"/>
            <a:ext cx="2340864" cy="32004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1920240"/>
            <a:ext cx="2103120" cy="2377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95160" y="2011680"/>
            <a:ext cx="640080" cy="54864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1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RACE OVER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55080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3,450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355080" y="33832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SCORE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92240" y="3749040"/>
            <a:ext cx="1828800" cy="32004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RESTART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26480" y="4800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20040" y="1389888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389888"/>
            <a:ext cx="45720" cy="150876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05840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FPS Game Loop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19202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SurfaceView + background thread for buttery smooth gameplay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1389888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389888"/>
            <a:ext cx="45720" cy="15087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👆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931920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Controls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19202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left/right to steer — responsive tilt animation on bike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1389888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1389888"/>
            <a:ext cx="45720" cy="150876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858000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Detection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19202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 bounding-box hit detection on all game objects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081528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081528"/>
            <a:ext cx="45720" cy="150876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3355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💥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005840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Explosions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3611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24-particle system with gravity, fade, sparks on crash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46120" y="3081528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46120" y="3081528"/>
            <a:ext cx="45720" cy="1508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55848" y="3355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🔊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3931920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System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931920" y="3611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SoundPool SFX + MediaPlayer looping engine audio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72200" y="3081528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2200" y="3081528"/>
            <a:ext cx="45720" cy="15087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81928" y="3355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858000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Score Save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58000" y="3611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 persistent local storage across sessions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20040" y="1371600"/>
            <a:ext cx="164592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3716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LAYER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65960" y="1572768"/>
            <a:ext cx="228600" cy="1280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1371600"/>
            <a:ext cx="6583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1371600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SplashActivity  |  HomeActivity  |  GameOverActivity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057400"/>
            <a:ext cx="1645920" cy="53035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0574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LAYER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65960" y="2258568"/>
            <a:ext cx="228600" cy="128016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2057400"/>
            <a:ext cx="6583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2057400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GameActivity  |  GameView  |  GameThread  |  GameManager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2743200"/>
            <a:ext cx="1645920" cy="5303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7432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LAYER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965960" y="2944368"/>
            <a:ext cx="228600" cy="12801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2743200"/>
            <a:ext cx="6583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31720" y="2743200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PlayerBike  |  EnemyBike  |  Road  |  Obstacle  |  Coin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429000"/>
            <a:ext cx="1645920" cy="53035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4290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LAYER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65960" y="3630168"/>
            <a:ext cx="228600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429000"/>
            <a:ext cx="6583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3429000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ExplosionEffect  |  SpeedLines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4114800"/>
            <a:ext cx="1645920" cy="5303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1148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UTILS LAYER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965960" y="4315968"/>
            <a:ext cx="228600" cy="12801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94560" y="4114800"/>
            <a:ext cx="6583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31720" y="4114800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SoundManager  |  PreferenceManager  |  CollisionDetector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GAME ASSETS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Objects &amp; Assets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20040" y="1389888"/>
            <a:ext cx="274320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1755648"/>
            <a:ext cx="914400" cy="914400"/>
          </a:xfrm>
          <a:prstGeom prst="ellipse">
            <a:avLst/>
          </a:prstGeom>
          <a:solidFill>
            <a:srgbClr val="1565C0">
              <a:alpha val="80000"/>
            </a:srgbClr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7556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08760" y="15270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Bike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189280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racing bike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rider + tilt animation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exhaust flame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1389888"/>
            <a:ext cx="274320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1755648"/>
            <a:ext cx="914400" cy="914400"/>
          </a:xfrm>
          <a:prstGeom prst="ellipse">
            <a:avLst/>
          </a:prstGeom>
          <a:solidFill>
            <a:srgbClr val="B71C1C">
              <a:alpha val="80000"/>
            </a:srgbClr>
          </a:solidFill>
          <a:ln w="254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7556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🏍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434840" y="15270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Enemy Bike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189280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aggressive bike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weaving 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 headlight glow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1389888"/>
            <a:ext cx="274320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1755648"/>
            <a:ext cx="914400" cy="914400"/>
          </a:xfrm>
          <a:prstGeom prst="ellipse">
            <a:avLst/>
          </a:prstGeom>
          <a:solidFill>
            <a:srgbClr val="FFB300">
              <a:alpha val="80000"/>
            </a:srgbClr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7556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🪙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360920" y="15270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Coin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60920" y="189280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coin animation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glow pulse effect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bonus score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127248"/>
            <a:ext cx="274320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3493008"/>
            <a:ext cx="914400" cy="914400"/>
          </a:xfrm>
          <a:prstGeom prst="ellipse">
            <a:avLst/>
          </a:prstGeom>
          <a:solidFill>
            <a:srgbClr val="E64A19">
              <a:alpha val="80000"/>
            </a:srgbClr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49300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🚧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508760" y="32644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508760" y="363016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barrel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warning glow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slight sway animation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46120" y="3127248"/>
            <a:ext cx="274320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29000" y="3493008"/>
            <a:ext cx="914400" cy="914400"/>
          </a:xfrm>
          <a:prstGeom prst="ellipse">
            <a:avLst/>
          </a:prstGeom>
          <a:solidFill>
            <a:srgbClr val="FF6D00">
              <a:alpha val="80000"/>
            </a:srgbClr>
          </a:solidFill>
          <a:ln w="25400">
            <a:solidFill>
              <a:srgbClr val="FF6D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349300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💥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4434840" y="32644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34840" y="363016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24-particle system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+ fade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sparks on crash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3127248"/>
            <a:ext cx="274320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55080" y="3493008"/>
            <a:ext cx="914400" cy="914400"/>
          </a:xfrm>
          <a:prstGeom prst="ellipse">
            <a:avLst/>
          </a:prstGeom>
          <a:solidFill>
            <a:srgbClr val="263238">
              <a:alpha val="80000"/>
            </a:srgbClr>
          </a:solidFill>
          <a:ln w="25400">
            <a:solidFill>
              <a:srgbClr val="2632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9300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🛣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360920" y="32644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BG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360920" y="363016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city highway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3-lane scrolling road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rumble strips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20040" y="1371600"/>
            <a:ext cx="420624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371600"/>
            <a:ext cx="45720" cy="7498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463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78408" y="1444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8408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 — all game logic, OOP architecture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420624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371600"/>
            <a:ext cx="4572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463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13248" y="1444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Studio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13248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— Flamingo/Giraffe, Gradle build system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240280"/>
            <a:ext cx="420624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240280"/>
            <a:ext cx="45720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23317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8408" y="23134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SurfaceView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8408" y="2606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Hardware-accelerated 2D canvas rendering at 60 FPS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240280"/>
            <a:ext cx="420624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240280"/>
            <a:ext cx="45720" cy="7498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3317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🔊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13248" y="23134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SoundPool + MP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13248" y="2606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SFX playback + continuous engine loop via MediaPlayer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108960"/>
            <a:ext cx="420624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108960"/>
            <a:ext cx="45720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32004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78408" y="3182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SharedPreferences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78408" y="3474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key-value storage for high scores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108960"/>
            <a:ext cx="420624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108960"/>
            <a:ext cx="45720" cy="7498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32004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🖼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413248" y="3182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Drawables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13248" y="3474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game assets — crisp on all screen densities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3977640"/>
            <a:ext cx="420624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3977640"/>
            <a:ext cx="45720" cy="7498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" y="4069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978408" y="4050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SDK: API 21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78408" y="4343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5.0+ — covers 98%+ of active Android devices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54880" y="3977640"/>
            <a:ext cx="420624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3977640"/>
            <a:ext cx="45720" cy="7498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64608" y="4069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🧵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5413248" y="4050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GameThread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13248" y="4343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background thread for smooth game loop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GAME FLOW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Gameplay Flow &amp; Logic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65760" y="1371600"/>
            <a:ext cx="1572768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371600"/>
            <a:ext cx="1572768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5544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11480" y="233172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Launch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274320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SplashActivity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 loading animation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0976" y="3749040"/>
            <a:ext cx="402336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37490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38528" y="2651760"/>
            <a:ext cx="228600" cy="0"/>
          </a:xfrm>
          <a:prstGeom prst="line">
            <a:avLst/>
          </a:prstGeom>
          <a:noFill/>
          <a:ln w="25400">
            <a:solidFill>
              <a:srgbClr val="FF6D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67128" y="1371600"/>
            <a:ext cx="1572768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167128" y="1371600"/>
            <a:ext cx="1572768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67128" y="15544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🏠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2212848" y="233172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12848" y="274320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HomeActivity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 display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52344" y="3749040"/>
            <a:ext cx="402336" cy="40233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52344" y="37490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739896" y="2651760"/>
            <a:ext cx="228600" cy="0"/>
          </a:xfrm>
          <a:prstGeom prst="line">
            <a:avLst/>
          </a:prstGeom>
          <a:noFill/>
          <a:ln w="25400">
            <a:solidFill>
              <a:srgbClr val="FF6D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68496" y="1371600"/>
            <a:ext cx="1572768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968496" y="1371600"/>
            <a:ext cx="1572768" cy="7315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68496" y="15544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🎮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4014216" y="233172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014216" y="274320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GameView 60 FPS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controls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53712" y="3749040"/>
            <a:ext cx="402336" cy="402336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53712" y="37490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541264" y="2651760"/>
            <a:ext cx="228600" cy="0"/>
          </a:xfrm>
          <a:prstGeom prst="line">
            <a:avLst/>
          </a:prstGeom>
          <a:noFill/>
          <a:ln w="25400">
            <a:solidFill>
              <a:srgbClr val="FF6D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69864" y="1371600"/>
            <a:ext cx="1572768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69864" y="1371600"/>
            <a:ext cx="1572768" cy="7315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9864" y="15544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💥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5815584" y="233172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Crash!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815584" y="274320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 effect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1 life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55080" y="3749040"/>
            <a:ext cx="402336" cy="402336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7490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342632" y="2651760"/>
            <a:ext cx="228600" cy="0"/>
          </a:xfrm>
          <a:prstGeom prst="line">
            <a:avLst/>
          </a:prstGeom>
          <a:noFill/>
          <a:ln w="25400">
            <a:solidFill>
              <a:srgbClr val="FF6D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71232" y="1371600"/>
            <a:ext cx="1572768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571232" y="1371600"/>
            <a:ext cx="1572768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1232" y="15544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🏁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7616952" y="233172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616952" y="274320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GameOverActivity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recap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156448" y="3749040"/>
            <a:ext cx="402336" cy="40233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56448" y="37490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0040" y="4315968"/>
            <a:ext cx="85039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20040" y="4315968"/>
            <a:ext cx="45720" cy="68580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3159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Difficulty Scaling:  Level 1 (0pts) → Level 2 (500pts) → Level 3 (1500pts) → Level 4 (3000pts) → Level 5 (5000pts) — Speed increases up to 22 km/h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File Structure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20040" y="1325880"/>
            <a:ext cx="4846320" cy="3611880"/>
          </a:xfrm>
          <a:prstGeom prst="rect">
            <a:avLst/>
          </a:prstGeom>
          <a:solidFill>
            <a:srgbClr val="0A0F1E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1417320"/>
            <a:ext cx="4572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FF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BikeRacingGame/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java/com/.../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ui/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SplashActivity.java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HomeActivity.java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GameOverActivity.java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game/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GameView.java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GameThread.java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GameManager.java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objects/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PlayerBike, EnemyBike, Road...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effects/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ExplosionEffect, SpeedLines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utils/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SoundManager, CollisionDetector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res/ drawable, layout, values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303520" y="1325880"/>
            <a:ext cx="352044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1325880"/>
            <a:ext cx="45720" cy="7498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137160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7208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Classes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0" y="2221992"/>
            <a:ext cx="352044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0" y="2221992"/>
            <a:ext cx="4572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26771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720840" y="24048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 Game Assets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03520" y="3118104"/>
            <a:ext cx="352044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0" y="3118104"/>
            <a:ext cx="45720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3163824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1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720840" y="330098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Screens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03520" y="4014216"/>
            <a:ext cx="352044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03520" y="4014216"/>
            <a:ext cx="45720" cy="7498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4059936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720840" y="419709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Target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303520" y="4919472"/>
            <a:ext cx="35204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03520" y="4919472"/>
            <a:ext cx="3520440" cy="475488"/>
          </a:xfrm>
          <a:prstGeom prst="rect">
            <a:avLst/>
          </a:prstGeom>
          <a:solidFill>
            <a:srgbClr val="FF6D00">
              <a:alpha val="15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4919472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~2,000+ lines of clean Java code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914400" y="0"/>
            <a:ext cx="731520" cy="5143500"/>
          </a:xfrm>
          <a:prstGeom prst="line">
            <a:avLst/>
          </a:prstGeom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731520" cy="5143500"/>
          </a:xfrm>
          <a:prstGeom prst="line">
            <a:avLst/>
          </a:prstGeom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0"/>
            <a:ext cx="731520" cy="5143500"/>
          </a:xfrm>
          <a:prstGeom prst="line">
            <a:avLst/>
          </a:prstGeom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0"/>
            <a:ext cx="731520" cy="5143500"/>
          </a:xfrm>
          <a:prstGeom prst="line">
            <a:avLst/>
          </a:prstGeom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0"/>
            <a:ext cx="731520" cy="5143500"/>
          </a:xfrm>
          <a:prstGeom prst="line">
            <a:avLst/>
          </a:prstGeom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0"/>
            <a:ext cx="731520" cy="5143500"/>
          </a:xfrm>
          <a:prstGeom prst="line">
            <a:avLst/>
          </a:prstGeom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0"/>
            <a:ext cx="731520" cy="5143500"/>
          </a:xfrm>
          <a:prstGeom prst="line">
            <a:avLst/>
          </a:prstGeom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0"/>
            <a:ext cx="731520" cy="5143500"/>
          </a:xfrm>
          <a:prstGeom prst="line">
            <a:avLst/>
          </a:prstGeom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0"/>
            <a:ext cx="731520" cy="5143500"/>
          </a:xfrm>
          <a:prstGeom prst="line">
            <a:avLst/>
          </a:prstGeom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731520" cy="5143500"/>
          </a:xfrm>
          <a:prstGeom prst="line">
            <a:avLst/>
          </a:prstGeom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0"/>
            <a:ext cx="731520" cy="5143500"/>
          </a:xfrm>
          <a:prstGeom prst="line">
            <a:avLst/>
          </a:prstGeom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731520" cy="5143500"/>
          </a:xfrm>
          <a:prstGeom prst="line">
            <a:avLst/>
          </a:prstGeom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2468880"/>
            <a:ext cx="1005840" cy="1005840"/>
          </a:xfrm>
          <a:prstGeom prst="ellipse">
            <a:avLst/>
          </a:prstGeom>
          <a:solidFill>
            <a:srgbClr val="222222"/>
          </a:solidFill>
          <a:ln w="38100">
            <a:solidFill>
              <a:srgbClr val="44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2468880"/>
            <a:ext cx="1005840" cy="1005840"/>
          </a:xfrm>
          <a:prstGeom prst="ellipse">
            <a:avLst/>
          </a:prstGeom>
          <a:solidFill>
            <a:srgbClr val="222222"/>
          </a:solidFill>
          <a:ln w="38100">
            <a:solidFill>
              <a:srgbClr val="44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1920240"/>
            <a:ext cx="196596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1325880"/>
            <a:ext cx="1097280" cy="82296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9480" y="777240"/>
            <a:ext cx="594360" cy="6858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502920"/>
            <a:ext cx="502920" cy="47548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880360"/>
            <a:ext cx="594360" cy="256032"/>
          </a:xfrm>
          <a:prstGeom prst="ellipse">
            <a:avLst/>
          </a:prstGeom>
          <a:solidFill>
            <a:srgbClr val="FF6D00">
              <a:alpha val="75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10058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33" name="Text 31"/>
          <p:cNvSpPr/>
          <p:nvPr/>
        </p:nvSpPr>
        <p:spPr>
          <a:xfrm>
            <a:off x="457200" y="22860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 Rush — Bike Racing Game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57200" y="28803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Java + Android Studio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3429000"/>
            <a:ext cx="16916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429000"/>
            <a:ext cx="45720" cy="86868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4747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Android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48640" y="38862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77440" y="3429000"/>
            <a:ext cx="16916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377440" y="3429000"/>
            <a:ext cx="4572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68880" y="34747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2468880" y="38862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97680" y="3429000"/>
            <a:ext cx="16916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297680" y="3429000"/>
            <a:ext cx="45720" cy="8686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0" y="34747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4389120" y="38862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Department  |  Mobile Application Development  |  Moto Rush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 Rush - Bike Racing Game</dc:title>
  <dc:subject>PptxGenJS Presentation</dc:subject>
  <dc:creator>Student</dc:creator>
  <cp:lastModifiedBy>Student</cp:lastModifiedBy>
  <cp:revision>1</cp:revision>
  <dcterms:created xsi:type="dcterms:W3CDTF">2026-06-06T16:39:56Z</dcterms:created>
  <dcterms:modified xsi:type="dcterms:W3CDTF">2026-06-06T16:39:56Z</dcterms:modified>
</cp:coreProperties>
</file>